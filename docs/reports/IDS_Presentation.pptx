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007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7955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Détection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d'Intrusion Hybride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263347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Gocmen	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3154680"/>
            <a:ext cx="5943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594360" y="331012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71246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411661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juin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&amp; Question de recherche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les limites de Zeek et RITA face à un trafic bot sophistiqué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couche ML/DL pour détecter ce que les outils classiques manquent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complémentarité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HIDS + NIDS + SIEM + AI se complètent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3977640" cy="3931920"/>
          </a:xfrm>
          <a:prstGeom prst="roundRect">
            <a:avLst>
              <a:gd name="adj" fmla="val 232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4892040" y="10515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de recherche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92040" y="1463040"/>
            <a:ext cx="3611880" cy="22860"/>
          </a:xfrm>
          <a:prstGeom prst="rect">
            <a:avLst/>
          </a:prstGeom>
          <a:solidFill>
            <a:srgbClr val="2D4270"/>
          </a:solidFill>
          <a:ln w="12700">
            <a:solidFill>
              <a:srgbClr val="2D427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/>
          <p:nvPr/>
        </p:nvSpPr>
        <p:spPr>
          <a:xfrm>
            <a:off x="4892040" y="1600200"/>
            <a:ext cx="3611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trafic bot généré par Selenium — indétectable par RITA — peut-il être identifié par un Autoencoder grâce à son anomalie statistique 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</a:t>
            </a:r>
            <a:r>
              <a:rPr lang="en-US" sz="260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laboratoire</a:t>
            </a: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 machines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834640" cy="4069080"/>
          </a:xfrm>
          <a:prstGeom prst="roundRect">
            <a:avLst>
              <a:gd name="adj" fmla="val 3226"/>
            </a:avLst>
          </a:prstGeom>
          <a:solidFill>
            <a:srgbClr val="F0F9FF"/>
          </a:solidFill>
          <a:ln w="15240">
            <a:solidFill>
              <a:srgbClr val="2563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167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victime + NIDS + 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93392"/>
            <a:ext cx="25603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25603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(serveur web cible)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8.2.0 — capture trafic eth0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 v5.1.2 — post-analyse (Docker)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 — entraînement + inférence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834640" cy="4069080"/>
          </a:xfrm>
          <a:prstGeom prst="roundRect">
            <a:avLst>
              <a:gd name="adj" fmla="val 3226"/>
            </a:avLst>
          </a:prstGeom>
          <a:solidFill>
            <a:srgbClr val="FFF5F5"/>
          </a:solidFill>
          <a:ln w="15240">
            <a:solidFill>
              <a:srgbClr val="DC2626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3383280" y="960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Laptop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3167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6276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attaquante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993392"/>
            <a:ext cx="25603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3"/>
          <p:cNvSpPr/>
          <p:nvPr/>
        </p:nvSpPr>
        <p:spPr>
          <a:xfrm>
            <a:off x="3383280" y="2066544"/>
            <a:ext cx="25603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Bench — flood HTTP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Slowloris — DoS lent (low-slow)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868680"/>
            <a:ext cx="2834640" cy="4069080"/>
          </a:xfrm>
          <a:prstGeom prst="roundRect">
            <a:avLst>
              <a:gd name="adj" fmla="val 3226"/>
            </a:avLst>
          </a:prstGeom>
          <a:solidFill>
            <a:srgbClr val="F0FFF4"/>
          </a:solidFill>
          <a:ln w="15240">
            <a:solidFill>
              <a:srgbClr val="16A34A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/>
          <p:nvPr/>
        </p:nvSpPr>
        <p:spPr>
          <a:xfrm>
            <a:off x="6263640" y="960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MacBook 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13167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6276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trafic bénin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993392"/>
            <a:ext cx="25603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9"/>
          <p:cNvSpPr/>
          <p:nvPr/>
        </p:nvSpPr>
        <p:spPr>
          <a:xfrm>
            <a:off x="6263640" y="2066544"/>
            <a:ext cx="25603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 2.44.4 — charge HTTP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4.21.0 — bot Chrome réel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3.9.16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isolé — Switch 8 ports (non managé) · Ethernet uniquement · WiFi séparé pour internet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Topologie réseau — Lab isolé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1749552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Lab (eth0)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WiFi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 / 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192.168.1.107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Serveur victime + NIDS + 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Laptop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192.168.10.2 / 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192.168.1.104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Attaquant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MacBook Pro M2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192.168.10.3 / 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192.168.1.105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Trafic bénin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2971800"/>
            <a:ext cx="4069080" cy="1938528"/>
          </a:xfrm>
          <a:prstGeom prst="roundRect">
            <a:avLst>
              <a:gd name="adj" fmla="val 4717"/>
            </a:avLst>
          </a:prstGeom>
          <a:solidFill>
            <a:srgbClr val="F0F9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3"/>
          <p:cNvSpPr/>
          <p:nvPr/>
        </p:nvSpPr>
        <p:spPr>
          <a:xfrm>
            <a:off x="594360" y="306324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surveille eth0 uniquement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3456432"/>
            <a:ext cx="379476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le trafic lab (192.168.10.x) est capturé.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trafic WiFi/internet est complètement exclu.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garantit l'isolation et la pureté des données.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00600" y="2971800"/>
            <a:ext cx="4069080" cy="1938528"/>
          </a:xfrm>
          <a:prstGeom prst="roundRect">
            <a:avLst>
              <a:gd name="adj" fmla="val 4717"/>
            </a:avLst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6"/>
          <p:cNvSpPr/>
          <p:nvPr/>
        </p:nvSpPr>
        <p:spPr>
          <a:xfrm>
            <a:off x="4937760" y="306324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metric permanent (nmcli)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0" y="3456432"/>
            <a:ext cx="379476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wlan0 metric=200 → route par défaut (internet)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eth0 metric=300 → lab uniquement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persistante après reboot.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données — Du trafic à la détection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585216" y="1737360"/>
            <a:ext cx="1389888" cy="914400"/>
          </a:xfrm>
          <a:prstGeom prst="roundRect">
            <a:avLst>
              <a:gd name="adj" fmla="val 8000"/>
            </a:avLst>
          </a:prstGeom>
          <a:solidFill>
            <a:srgbClr val="374151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585216" y="18288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réseau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5216" y="2231136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+ MacBook → Pi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2194560"/>
            <a:ext cx="18288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Shape 6"/>
          <p:cNvSpPr/>
          <p:nvPr/>
        </p:nvSpPr>
        <p:spPr>
          <a:xfrm>
            <a:off x="2231136" y="1737360"/>
            <a:ext cx="1389888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2231136" y="18288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8.2.0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31136" y="2231136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conn.log / http.log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2194560"/>
            <a:ext cx="18288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Shape 10"/>
          <p:cNvSpPr/>
          <p:nvPr/>
        </p:nvSpPr>
        <p:spPr>
          <a:xfrm>
            <a:off x="3877056" y="1737360"/>
            <a:ext cx="1389888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3877056" y="18288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 v5.1.2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77056" y="2231136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/ C2 detect.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2194560"/>
            <a:ext cx="18288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Shape 14"/>
          <p:cNvSpPr/>
          <p:nvPr/>
        </p:nvSpPr>
        <p:spPr>
          <a:xfrm>
            <a:off x="5522976" y="1737360"/>
            <a:ext cx="1389888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/>
          <p:nvPr/>
        </p:nvSpPr>
        <p:spPr>
          <a:xfrm>
            <a:off x="5522976" y="18288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22976" y="2231136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 statistique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2194560"/>
            <a:ext cx="18288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Shape 18"/>
          <p:cNvSpPr/>
          <p:nvPr/>
        </p:nvSpPr>
        <p:spPr>
          <a:xfrm>
            <a:off x="7168896" y="1737360"/>
            <a:ext cx="1389888" cy="9144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1" name="Text 19"/>
          <p:cNvSpPr/>
          <p:nvPr/>
        </p:nvSpPr>
        <p:spPr>
          <a:xfrm>
            <a:off x="7168896" y="18288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68896" y="2231136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&gt; seuil (2σ)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générés par Zeek 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1536192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3"/>
          <p:cNvSpPr/>
          <p:nvPr/>
        </p:nvSpPr>
        <p:spPr>
          <a:xfrm>
            <a:off x="457200" y="3246120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conn.log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21408" y="3246120"/>
            <a:ext cx="1536192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Text 25"/>
          <p:cNvSpPr/>
          <p:nvPr/>
        </p:nvSpPr>
        <p:spPr>
          <a:xfrm>
            <a:off x="2121408" y="3246120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http.log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785616" y="3246120"/>
            <a:ext cx="1536192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Text 27"/>
          <p:cNvSpPr/>
          <p:nvPr/>
        </p:nvSpPr>
        <p:spPr>
          <a:xfrm>
            <a:off x="3785616" y="3246120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dns.log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49824" y="3246120"/>
            <a:ext cx="1536192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1" name="Text 29"/>
          <p:cNvSpPr/>
          <p:nvPr/>
        </p:nvSpPr>
        <p:spPr>
          <a:xfrm>
            <a:off x="5449824" y="3246120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notice.log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14032" y="3246120"/>
            <a:ext cx="1536192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Text 31"/>
          <p:cNvSpPr/>
          <p:nvPr/>
        </p:nvSpPr>
        <p:spPr>
          <a:xfrm>
            <a:off x="7114032" y="3246120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stats.log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0FFF4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5" name="Text 33"/>
          <p:cNvSpPr/>
          <p:nvPr/>
        </p:nvSpPr>
        <p:spPr>
          <a:xfrm>
            <a:off x="594360" y="3913632"/>
            <a:ext cx="3657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Phase 1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+ RITA opérationnels, trafic capturé, attaques testées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384048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7" name="Text 35"/>
          <p:cNvSpPr/>
          <p:nvPr/>
        </p:nvSpPr>
        <p:spPr>
          <a:xfrm>
            <a:off x="4892040" y="3913632"/>
            <a:ext cx="3657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Phase 2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→ Entraîner AE → Inférence sur Pi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— Serveur web victime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dans le projet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est la cible de toutes les attaques et de tout le trafic bénin.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Tourne sur le Raspberry Pi — 192.168.10.1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requêtes HTTP passent par lui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capture le trafic entrant sur eth0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depuis Dell et MacBook via le switch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09160" y="9601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4846320" y="1024128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systemctl status nginx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nginx.service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Active: active (running) since May 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Loaded: enabled; preset: enabled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25146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4846320" y="265176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nginx!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3090672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http://192.168.10.1  →  accessible depuis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(192.168.10.2) et MacBook (192.168.10.3)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4041648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4846320" y="409651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systemctl enable nginx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systemctl start nginx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8.2.0 + RITA v5.1.2 — Analyse réseau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4041648"/>
          </a:xfrm>
          <a:prstGeom prst="roundRect">
            <a:avLst>
              <a:gd name="adj" fmla="val 2262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8.2.0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426464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 eth0 en mode passif (non-intrusif)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des logs structurés en temps réel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conn.log — connexions TCP/UDP (état, durée, paquets)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http.log — requêtes HTTP, User-Agent, URI, statut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dns.log — toutes les requêtes DNS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968496"/>
            <a:ext cx="3840480" cy="621792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/opt/zeek/bin/zeekctl deploy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69080" cy="4041648"/>
          </a:xfrm>
          <a:prstGeom prst="roundRect">
            <a:avLst>
              <a:gd name="adj" fmla="val 2262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/>
          <p:nvPr/>
        </p:nvSpPr>
        <p:spPr>
          <a:xfrm>
            <a:off x="4800600" y="100584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 v5.1.2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1426464"/>
            <a:ext cx="3794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Post-analyse des logs Zeek (non temps réel)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les beacons — connexions périodiques (C2)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durée, fréquence, taille des paquets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via Docker — ClickHouse + Syslog-ng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: Selenium ressemble à du trafic humain → non détecté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3968496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4937760" y="4023360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docker ps  # rita-clickhouse + rita-syslog-ng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d'attaque — Apache Bench &amp; Slowloris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4041648"/>
          </a:xfrm>
          <a:prstGeom prst="roundRect">
            <a:avLst>
              <a:gd name="adj" fmla="val 2262"/>
            </a:avLst>
          </a:prstGeom>
          <a:solidFill>
            <a:srgbClr val="FFF5F5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Bench — Flood HTTP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26464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de nombreuses requêtes HTTP simultanées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Sature le serveur par le volume → DoS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Facilement détectable par Zeek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640080" y="29809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 -n 1000 -c 100 http://192.168.10.1/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/>
          <p:nvPr/>
        </p:nvSpPr>
        <p:spPr>
          <a:xfrm>
            <a:off x="640080" y="36758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dans conn.log 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968496"/>
            <a:ext cx="3566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S0 — SYN envoyé, jamais répondu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orig_pkts: 1, duration: ~0s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069080" cy="4041648"/>
          </a:xfrm>
          <a:prstGeom prst="roundRect">
            <a:avLst>
              <a:gd name="adj" fmla="val 2262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4800600" y="100584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Slowloris — DoS lent (low-and-slow)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1426464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 beaucoup de connexions HTTP partielles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des headers très lentement → serveur attend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Épuise les connexions sans flood → furtif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926080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/>
          <p:nvPr/>
        </p:nvSpPr>
        <p:spPr>
          <a:xfrm>
            <a:off x="4937760" y="298094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slowloris 192.168.10.1 -p 80 -s 200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611880"/>
            <a:ext cx="3749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/>
          <p:nvPr/>
        </p:nvSpPr>
        <p:spPr>
          <a:xfrm>
            <a:off x="4937760" y="36758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dans conn.log 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968496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S0 — duration: 30s+, orig_pkts: 2-3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DoS lent identifiable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bénin — Locust &amp; Selenium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4041648"/>
          </a:xfrm>
          <a:prstGeom prst="roundRect">
            <a:avLst>
              <a:gd name="adj" fmla="val 2262"/>
            </a:avLst>
          </a:prstGeom>
          <a:solidFill>
            <a:srgbClr val="F0FF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 2.44.4 — Charge HTTP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26464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 plusieurs utilisateurs HTTP (Python)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GET / et GET /about vers Nginx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users, 2 req/s, 30 secondes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voit trafic HTTP normal (200 OK)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063240"/>
            <a:ext cx="3840480" cy="749808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locust -f locustfile.py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--host=http://192.168.10.1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--headless -u 10 -r 2 -t 30s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39136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http.log → GET /  —  200 OK  —  src: 192.168.10.3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069080" cy="4041648"/>
          </a:xfrm>
          <a:prstGeom prst="roundRect">
            <a:avLst>
              <a:gd name="adj" fmla="val 2262"/>
            </a:avLst>
          </a:prstGeom>
          <a:solidFill>
            <a:srgbClr val="F0FF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4800600" y="100584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4.21.0 — Bot navigateur réel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1426464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Chrome headless — vrai navigateur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 http://192.168.10.1 comme un humain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un vrai User-Agent Mozilla/5.0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Zeek/RITA ne le distinguent PAS d'un humain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3063240"/>
            <a:ext cx="3749040" cy="749808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/>
          <p:nvPr/>
        </p:nvSpPr>
        <p:spPr>
          <a:xfrm>
            <a:off x="4937760" y="3108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exec:java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-Dexec.mainClass="com.ids.bot.App"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Java / Maven — MacBook Pro M2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3858768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/>
          <p:nvPr/>
        </p:nvSpPr>
        <p:spPr>
          <a:xfrm>
            <a:off x="4937760" y="393192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http.log → Mozilla/5.0 Chrome — INVISIBLE pour RITA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— Détection par anomalie statistique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950976" y="10058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950976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0976" y="14630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conn+http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67712" y="1463040"/>
            <a:ext cx="18288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Shape 6"/>
          <p:cNvSpPr/>
          <p:nvPr/>
        </p:nvSpPr>
        <p:spPr>
          <a:xfrm>
            <a:off x="2487168" y="10058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2487168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87168" y="14630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→ 16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03904" y="1463040"/>
            <a:ext cx="18288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Shape 10"/>
          <p:cNvSpPr/>
          <p:nvPr/>
        </p:nvSpPr>
        <p:spPr>
          <a:xfrm>
            <a:off x="4023360" y="10058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4023360" y="107899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14630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57216" y="1463040"/>
            <a:ext cx="18288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Shape 14"/>
          <p:cNvSpPr/>
          <p:nvPr/>
        </p:nvSpPr>
        <p:spPr>
          <a:xfrm>
            <a:off x="5376672" y="10058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/>
          <p:nvPr/>
        </p:nvSpPr>
        <p:spPr>
          <a:xfrm>
            <a:off x="5376672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76672" y="14630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→ 32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93408" y="1463040"/>
            <a:ext cx="18288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Shape 18"/>
          <p:cNvSpPr/>
          <p:nvPr/>
        </p:nvSpPr>
        <p:spPr>
          <a:xfrm>
            <a:off x="6912864" y="10058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/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1" name="Text 19"/>
          <p:cNvSpPr/>
          <p:nvPr/>
        </p:nvSpPr>
        <p:spPr>
          <a:xfrm>
            <a:off x="6912864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12864" y="14630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reconstruit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08483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Text 22"/>
          <p:cNvSpPr/>
          <p:nvPr/>
        </p:nvSpPr>
        <p:spPr>
          <a:xfrm>
            <a:off x="594360" y="2148840"/>
            <a:ext cx="7955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de reconstruction = || input − output ||²   →   Si erreur &gt; mean + 2σ  →  ANOMALIE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2852928"/>
            <a:ext cx="3931920" cy="205740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24"/>
          <p:cNvSpPr/>
          <p:nvPr/>
        </p:nvSpPr>
        <p:spPr>
          <a:xfrm>
            <a:off x="594360" y="29443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— Raspberry Pi 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33375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Entraîné sur trafic normal uniquement (Locust)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apprend à reconstruire le trafic légitime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/ TensorFlow — directement sur Pi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852928"/>
            <a:ext cx="3931920" cy="205740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Text 27"/>
          <p:cNvSpPr/>
          <p:nvPr/>
        </p:nvSpPr>
        <p:spPr>
          <a:xfrm>
            <a:off x="4892040" y="29443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— Raspberry Pi 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33375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entraîné sur Pi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le trafic en temps réel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→ erreur élevée → ALERTE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en action — Logs capturés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502920" y="978408"/>
            <a:ext cx="46634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/opt/zeek/bin/zeekctl status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Type       Status    Pid     Started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zeek       standalone running   4483    25 May 22:25:09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0" y="9144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5623560" y="978408"/>
            <a:ext cx="29718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/opt/zeek/logs/current/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conn.log    http.log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dns.log     notice.log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stats.log   telemetry.log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487168"/>
            <a:ext cx="8366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conn.log — après attaque Slowloris (état S0) 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83667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80924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id.orig_h      id.resp_h      proto  state  duration  orig_pkts  orig_bytes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192.168.10.2   192.168.10.1   tcp    S0     30.5s     3          120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192.168.10.2   192.168.10.1   tcp    S0     30.2s     3          120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4187952"/>
            <a:ext cx="8366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http.log — Selenium (User-Agent Mozilla/5.0)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553712"/>
            <a:ext cx="83667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502920" y="4599432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192.168.10.3  GET  192.168.10.1  /  200  Mozilla/5.0 (Macintosh; Intel Mac OS X) Chrome/...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Phase 1 — Ce que Zeek détecte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88920" cy="4041648"/>
          </a:xfrm>
          <a:prstGeom prst="roundRect">
            <a:avLst>
              <a:gd name="adj" fmla="val 3279"/>
            </a:avLst>
          </a:prstGeom>
          <a:solidFill>
            <a:srgbClr val="FFF5F5"/>
          </a:solidFill>
          <a:ln w="12700">
            <a:solidFill>
              <a:srgbClr val="DC2626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475488" y="100584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Bench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" y="137160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HTTP — 1000 req, concurrence 100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" y="1783080"/>
            <a:ext cx="257860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475488" y="184708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observe 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2157984"/>
            <a:ext cx="2578608" cy="1261872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/>
          <p:nvPr/>
        </p:nvSpPr>
        <p:spPr>
          <a:xfrm>
            <a:off x="548640" y="2212848"/>
            <a:ext cx="2432304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conn.log → état S0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Nombreux SYN sans réponse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orig_pkts: 1, duration: ~0s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3529584"/>
            <a:ext cx="2578608" cy="438912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10"/>
          <p:cNvSpPr/>
          <p:nvPr/>
        </p:nvSpPr>
        <p:spPr>
          <a:xfrm>
            <a:off x="475488" y="3529584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Détecté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914400"/>
            <a:ext cx="2788920" cy="4041648"/>
          </a:xfrm>
          <a:prstGeom prst="roundRect">
            <a:avLst>
              <a:gd name="adj" fmla="val 3279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/>
          <p:nvPr/>
        </p:nvSpPr>
        <p:spPr>
          <a:xfrm>
            <a:off x="3401568" y="100584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Slowloris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01568" y="137160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lent — 200 sockets ouverts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01568" y="1783080"/>
            <a:ext cx="257860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/>
          <p:nvPr/>
        </p:nvSpPr>
        <p:spPr>
          <a:xfrm>
            <a:off x="3401568" y="184708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observe 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01568" y="2157984"/>
            <a:ext cx="2578608" cy="1261872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7"/>
          <p:cNvSpPr/>
          <p:nvPr/>
        </p:nvSpPr>
        <p:spPr>
          <a:xfrm>
            <a:off x="3474720" y="2212848"/>
            <a:ext cx="2432304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conn.log → état S0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Duration: 30s+, orig_pkts: 2-3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Connexions longues, peu de données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01568" y="3529584"/>
            <a:ext cx="2578608" cy="438912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9"/>
          <p:cNvSpPr/>
          <p:nvPr/>
        </p:nvSpPr>
        <p:spPr>
          <a:xfrm>
            <a:off x="3401568" y="3529584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Détecté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914400"/>
            <a:ext cx="2788920" cy="4041648"/>
          </a:xfrm>
          <a:prstGeom prst="roundRect">
            <a:avLst>
              <a:gd name="adj" fmla="val 3279"/>
            </a:avLst>
          </a:prstGeom>
          <a:solidFill>
            <a:srgbClr val="F0FFF4"/>
          </a:solidFill>
          <a:ln w="12700">
            <a:solidFill>
              <a:srgbClr val="16A34A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3" name="Text 21"/>
          <p:cNvSpPr/>
          <p:nvPr/>
        </p:nvSpPr>
        <p:spPr>
          <a:xfrm>
            <a:off x="6327648" y="100584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Bot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27648" y="137160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headless — bot réel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27648" y="1783080"/>
            <a:ext cx="257860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24"/>
          <p:cNvSpPr/>
          <p:nvPr/>
        </p:nvSpPr>
        <p:spPr>
          <a:xfrm>
            <a:off x="6327648" y="184708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observe 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27648" y="2157984"/>
            <a:ext cx="2578608" cy="1261872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Text 26"/>
          <p:cNvSpPr/>
          <p:nvPr/>
        </p:nvSpPr>
        <p:spPr>
          <a:xfrm>
            <a:off x="6400800" y="2212848"/>
            <a:ext cx="2432304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http.log → Mozilla/5.0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 → 200 OK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Identique à un utilisateur humain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27648" y="3529584"/>
            <a:ext cx="2578608" cy="438912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Text 28"/>
          <p:cNvSpPr/>
          <p:nvPr/>
        </p:nvSpPr>
        <p:spPr>
          <a:xfrm>
            <a:off x="6327648" y="3529584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Non détecté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des outils classiques — Le bot invisible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366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http.log, Selenium est indistinguable d'un humain 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36676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80924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http.log — trafic Selenium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           src_ip         method  uri  status  user_agent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1750284910   192.168.10.3   GET     /    200     Mozilla/5.0 (Macintosh; Intel Mac OS X 10_15_7) Chrome/...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1750284912   192.168.10.3   GET     /    200     Mozilla/5.0 (Macintosh; Intel Mac OS X 10_15_7) Chrome/...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24912"/>
          <a:ext cx="8366760" cy="2103120"/>
        </p:xfrm>
        <a:graphic>
          <a:graphicData uri="http://schemas.openxmlformats.org/drawingml/2006/table">
            <a:tbl>
              <a:tblPr/>
              <a:tblGrid>
                <a:gridCol w="2091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1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1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1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 humain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Selenium Bot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Zeek/RITA détecte 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Mozilla/5.0 Chrome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Mozilla/5.0 Chrome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Identique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 HTTP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 → 200 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 → 200 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Identique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État connexion TCP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Beacon RITA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périodique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périodique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Non détecté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— Zeek/RITA vs Autoencoder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366760" cy="2514600"/>
        </p:xfrm>
        <a:graphic>
          <a:graphicData uri="http://schemas.openxmlformats.org/drawingml/2006/table">
            <a:tbl>
              <a:tblPr/>
              <a:tblGrid>
                <a:gridCol w="2091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1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1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1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de trafic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Zeek (état S0)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RITA (beacon)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Autoencoder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Bench (flood)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Détecté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Détecté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Détecté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Slowloris (low-slow)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Détecté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Détecté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Détecté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Locust (charge HTTP)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Partiel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Partiel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Détecté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Selenium Bot (bot réel)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Non détecté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Non détecté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Cible Phase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858768"/>
            <a:ext cx="8366760" cy="1051560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3"/>
          <p:cNvSpPr/>
          <p:nvPr/>
        </p:nvSpPr>
        <p:spPr>
          <a:xfrm>
            <a:off x="502920" y="3931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intermédiaire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425196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et RITA couvrent bien les attaques connues. Face à Selenium, ils sont aveugles. L'Autoencoder — entraîné sur trafic normal — comblera ce manque grâce à l'erreur de reconstruction.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Phase 2 — Couche ML/DL sur Raspberry Pi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690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1106424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508760"/>
            <a:ext cx="331012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conn.log + http.log avec pandas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: duration, orig_bytes, resp_bytes,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orig_pkts, resp_pkts, proto, service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Directement sur Raspberry Pi 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30952" y="1106424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Autoencoder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30952" y="1508760"/>
            <a:ext cx="331012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normal uniquement (Locust)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: 32→16→8→16→32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/ TensorFlow — sur Raspberry Pi 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90088"/>
            <a:ext cx="40690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5" name="Shape 13"/>
          <p:cNvSpPr/>
          <p:nvPr/>
        </p:nvSpPr>
        <p:spPr>
          <a:xfrm>
            <a:off x="502920" y="312724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/>
          <p:nvPr/>
        </p:nvSpPr>
        <p:spPr>
          <a:xfrm>
            <a:off x="502920" y="3127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87552" y="3136392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en temps réel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538728"/>
            <a:ext cx="331012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entraîné utilisé directement sur Pi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trafic en temps réel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d'alerte : mean + 2σ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990088"/>
            <a:ext cx="40690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0" name="Shape 18"/>
          <p:cNvSpPr/>
          <p:nvPr/>
        </p:nvSpPr>
        <p:spPr>
          <a:xfrm>
            <a:off x="4846320" y="3127248"/>
            <a:ext cx="384048" cy="384048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9"/>
          <p:cNvSpPr/>
          <p:nvPr/>
        </p:nvSpPr>
        <p:spPr>
          <a:xfrm>
            <a:off x="4846320" y="3127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30952" y="3136392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&amp; comparaison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30952" y="3538728"/>
            <a:ext cx="331012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: Apache Bench, Slowloris, Selenium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: Selenium → erreur élevée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avec les limites de Zeek/RITA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754880"/>
            <a:ext cx="8366760" cy="292608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3"/>
          <p:cNvSpPr/>
          <p:nvPr/>
        </p:nvSpPr>
        <p:spPr>
          <a:xfrm>
            <a:off x="502920" y="47731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: Phase 1 ✅ terminée (22–26 juin 2026)  →  Phase 2 : 29 juin – 31 juillet 2026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accompli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Réseau isolé de 3 machines opérationnel — Ethernet, IPs statiques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Zeek 8.2.0 capture tout le trafic eth0 en temps réel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RITA v5.1.2 analyse les logs Zeek via Docker (ClickHouse + Syslog-ng)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Attaques générées et détectées : Apache Bench + Slowloris → état S0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Trafic bénin : Locust + Selenium — Selenium invisible pour Zeek/RITA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Phase 1 complète — base solide pour l'Autoencoder sur 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401568"/>
            <a:ext cx="813816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502920" y="35204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 objectif — Phase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91363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 l'Autoencoder sur Pi → détecter Selenium par anomalie statistique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40740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Questions 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1718</Words>
  <Application>Microsoft Macintosh PowerPoint</Application>
  <PresentationFormat>On-screen Show (16:9)</PresentationFormat>
  <Paragraphs>305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de Détection d'Intrusion Hybride</dc:title>
  <dc:subject>PptxGenJS Presentation</dc:subject>
  <dc:creator>Mustafa Göçmen</dc:creator>
  <cp:lastModifiedBy>Mustafa Göçmen</cp:lastModifiedBy>
  <cp:revision>3</cp:revision>
  <dcterms:created xsi:type="dcterms:W3CDTF">2026-06-26T11:32:42Z</dcterms:created>
  <dcterms:modified xsi:type="dcterms:W3CDTF">2026-06-29T11:23:00Z</dcterms:modified>
</cp:coreProperties>
</file>